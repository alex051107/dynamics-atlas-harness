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Choose the question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627632" y="1005840"/>
            <a:ext cx="146304" cy="0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123444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93392"/>
            <a:ext cx="1234440" cy="8229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182112"/>
            <a:ext cx="1234440" cy="128016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82112"/>
            <a:ext cx="1234440" cy="12801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HSP90: first question asked only about direction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01368" y="77724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1368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Prepare the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63240" y="1005840"/>
            <a:ext cx="146304" cy="0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801368" y="1261872"/>
            <a:ext cx="123444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+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01368" y="1993392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1368" y="1993392"/>
            <a:ext cx="1234440" cy="8229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check written as code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01368" y="3182112"/>
            <a:ext cx="1234440" cy="128016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01368" y="3182112"/>
            <a:ext cx="1234440" cy="12801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DHFR: periodic-image 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6976" y="77724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Frame the question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98848" y="1005840"/>
            <a:ext cx="146304" cy="0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236976" y="1261872"/>
            <a:ext cx="123444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36976" y="1993392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1993392"/>
            <a:ext cx="1234440" cy="8229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difference to resolve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36976" y="3182112"/>
            <a:ext cx="1234440" cy="128016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3182112"/>
            <a:ext cx="1234440" cy="12801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the question helped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72584" y="77724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Analysis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34456" y="1005840"/>
            <a:ext cx="146304" cy="0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672584" y="1261872"/>
            <a:ext cx="123444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analyst, or fixed analysis steps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72584" y="1993392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2584" y="1993392"/>
            <a:ext cx="1234440" cy="8229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precondition or claim limit of a fixed analysis step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72584" y="3182112"/>
            <a:ext cx="1234440" cy="128016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72584" y="3182112"/>
            <a:ext cx="1234440" cy="12801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as text: no gain (10 Sep); rules inside steps: numbers became checkable (11 Sep)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08192" y="77724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Check the answer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70064" y="1005840"/>
            <a:ext cx="146304" cy="0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108192" y="1261872"/>
            <a:ext cx="123444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08192" y="1993392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1993392"/>
            <a:ext cx="1234440" cy="8229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number checked against the step that produced it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08192" y="3182112"/>
            <a:ext cx="1234440" cy="128016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3182112"/>
            <a:ext cx="1234440" cy="12801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that a number appears: failed; checking against the step: caught 6 of 7 errors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43800" y="77724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43800" y="777240"/>
            <a:ext cx="12344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Report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543800" y="1261872"/>
            <a:ext cx="123444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43800" y="1993392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1993392"/>
            <a:ext cx="1234440" cy="8229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43800" y="3182112"/>
            <a:ext cx="1234440" cy="128016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43800" y="3182112"/>
            <a:ext cx="1234440" cy="128016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table for HSP90, two of six rows usable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17556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rule can enter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2944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 Atlas · 11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42416" y="1408176"/>
            <a:ext cx="201168" cy="201168"/>
          </a:xfrm>
          <a:prstGeom prst="ellipse">
            <a:avLst/>
          </a:prstGeom>
          <a:solidFill>
            <a:srgbClr val="1F4E79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1609344"/>
            <a:ext cx="0" cy="265176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1554480" cy="1600200"/>
          </a:xfrm>
          <a:prstGeom prst="roundRect">
            <a:avLst>
              <a:gd name="adj" fmla="val 2941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1554480" cy="1600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set: which quantities in a dynamics dataset can be trusted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56916" y="1408176"/>
            <a:ext cx="201168" cy="201168"/>
          </a:xfrm>
          <a:prstGeom prst="ellipse">
            <a:avLst/>
          </a:prstGeom>
          <a:solidFill>
            <a:srgbClr val="1F4E79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026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August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57500" y="1609344"/>
            <a:ext cx="0" cy="265176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80260" y="1874520"/>
            <a:ext cx="1554480" cy="1600200"/>
          </a:xfrm>
          <a:prstGeom prst="roundRect">
            <a:avLst>
              <a:gd name="adj" fmla="val 2941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0260" y="1874520"/>
            <a:ext cx="1554480" cy="1600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Table version 1, 33 rules from 11 methods papers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71416" y="1408176"/>
            <a:ext cx="201168" cy="201168"/>
          </a:xfrm>
          <a:prstGeom prst="ellipse">
            <a:avLst/>
          </a:prstGeom>
          <a:solidFill>
            <a:srgbClr val="1F4E79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September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609344"/>
            <a:ext cx="0" cy="265176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874520"/>
            <a:ext cx="1554480" cy="1600200"/>
          </a:xfrm>
          <a:prstGeom prst="roundRect">
            <a:avLst>
              <a:gd name="adj" fmla="val 2941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874520"/>
            <a:ext cx="1554480" cy="1600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given to the AI as text; no stable gain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5916" y="1408176"/>
            <a:ext cx="201168" cy="201168"/>
          </a:xfrm>
          <a:prstGeom prst="ellipse">
            <a:avLst/>
          </a:prstGeom>
          <a:solidFill>
            <a:srgbClr val="1F4E79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926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September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86500" y="1609344"/>
            <a:ext cx="0" cy="265176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9260" y="1874520"/>
            <a:ext cx="1554480" cy="1600200"/>
          </a:xfrm>
          <a:prstGeom prst="roundRect">
            <a:avLst>
              <a:gd name="adj" fmla="val 2941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9260" y="1874520"/>
            <a:ext cx="1554480" cy="1600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built into fixed analysis steps; numbers became checkable; two definitions failed a control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00416" y="1408176"/>
            <a:ext cx="201168" cy="201168"/>
          </a:xfrm>
          <a:prstGeom prst="ellipse">
            <a:avLst/>
          </a:prstGeom>
          <a:solidFill>
            <a:srgbClr val="FFF2CC"/>
          </a:solidFill>
          <a:ln w="15240">
            <a:solidFill>
              <a:srgbClr val="E6D4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1609344"/>
            <a:ext cx="0" cy="265176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874520"/>
            <a:ext cx="1554480" cy="1600200"/>
          </a:xfrm>
          <a:prstGeom prst="roundRect">
            <a:avLst>
              <a:gd name="adj" fmla="val 2941"/>
            </a:avLst>
          </a:prstGeom>
          <a:solidFill>
            <a:srgbClr val="FFF2CC"/>
          </a:solidFill>
          <a:ln w="9525">
            <a:solidFill>
              <a:srgbClr val="E6D4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874520"/>
            <a:ext cx="1554480" cy="1600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the definitions; review the rules with a domain expert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7947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cases: HSP90 · nanodisc · DHFR · ADK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 Atlas · 11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rule is chosen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512064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difference must be resolved? (a population, a state reached, a rate, a local fluctuation)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1435608"/>
            <a:ext cx="0" cy="128016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5760" y="1581912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81912"/>
            <a:ext cx="512064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measurement and which processing, and do they still preserve that difference?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240280"/>
            <a:ext cx="0" cy="128016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" y="2386584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86584"/>
            <a:ext cx="512064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 with four parts: difference, measurement and processing, conditions, claim limit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3044952"/>
            <a:ext cx="0" cy="128016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" y="3191256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91256"/>
            <a:ext cx="512064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analysis step carries the rule as a precondition and a claim limit; the AI calls the step and attaches every number to 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3849624"/>
            <a:ext cx="0" cy="128016"/>
          </a:xfrm>
          <a:prstGeom prst="line">
            <a:avLst/>
          </a:prstGeom>
          <a:noFill/>
          <a:ln w="1778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" y="3995928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E8EEF5"/>
          </a:solidFill>
          <a:ln w="9525">
            <a:solidFill>
              <a:srgbClr val="C5D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95928"/>
            <a:ext cx="512064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on the data must pass before the result enters the trust 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3511296"/>
            <a:ext cx="457200" cy="0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191256"/>
            <a:ext cx="2834640" cy="640080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191256"/>
            <a:ext cx="283464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Not: rule text pasted into the AI's prompt (tested 10 September, no gain)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4315968"/>
            <a:ext cx="457200" cy="0"/>
          </a:xfrm>
          <a:prstGeom prst="line">
            <a:avLst/>
          </a:prstGeom>
          <a:noFill/>
          <a:ln w="15240">
            <a:solidFill>
              <a:srgbClr val="9AA5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3995928"/>
            <a:ext cx="2834640" cy="640080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995928"/>
            <a:ext cx="283464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steps withdrawn on 11 September after failing their control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 Atlas · 11 September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Dynamics Atlas flowcharts</dc:title>
  <dc:subject>PptxGenJS Presentation</dc:subject>
  <dc:creator>PptxGenJS</dc:creator>
  <cp:lastModifiedBy>PptxGenJS</cp:lastModifiedBy>
  <cp:revision>1</cp:revision>
  <dcterms:created xsi:type="dcterms:W3CDTF">2026-09-11T21:01:52Z</dcterms:created>
  <dcterms:modified xsi:type="dcterms:W3CDTF">2026-09-11T21:01:52Z</dcterms:modified>
</cp:coreProperties>
</file>