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τ为项目容差，不是作者零违例定义。9/10限定在有开放方向的闭合起始轨迹及其O点，非全轨迹科学错误。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第一次恒等检查失败，保留。分类前修订读取前提，没有改阈值；全40轨迹旧差值误差0。不是独立新实验。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开态近参照条件比例≥.8一致，两套均远比例≥.5相对偏好。0.5Å下开放控制仅7/20一致；不能选择最好看的阈值。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ES15前100点Vo9.0741，末100点1.1154Å；O点中38.5%近开。ES03为22%。浅色带为派生O方向，灰线1Å。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横轴O方向比例，纵轴OPEN_NOE比例。圆首开、方先闭后开、三角只闭，蓝绿开放起始、橙闭合起始。重叠点不能目测数轨迹。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50保存点跨度49ns。闭合2/20，开放19/20达到；不是独立校准的物理状态。SI只标a-t未标ES，不猜逐轨迹映射。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三科学问题分别答：部分明显降低；多数O点仍可同时偏离；ES04/15某些片段进入参照但不是完整状态复现。第二体系凭证与准入阻塞不改变本结果。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Open direction does not guarantee near-open NOE agreement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At 1 A, 9 of 10 closed-start traces with open-direction points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remain far from both references in at least half of those points.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Open-start control: 18 of 20 meet agreement criterion.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Same-source reanalysis | fixed project tolerances |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We corrected a source-reader assumption before classification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80 native files match archived identities.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The old margin uses column 3: pseudo-distance violation.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Column 2 measures mean distance violation.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Reproduce old values with column 3; compare using column 2.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Same-source reanalysis | fixed project tolerances |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Classification depends on a declared tolerance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Tolerance (A)       Closed-start agreement / partial / relative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0.5                         0 / 0 / 10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1.0                         0 / 1 / 9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2.0                         3 / 2 / 5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The other 10 closed-start traces have no open-direction points.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Same-source reanalysis | fixed project tolerances |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ES15 improves strongly, but the tolerance still matters</a:t>
            </a:r>
            <a:endParaRPr lang="en-US" sz="2900" dirty="0"/>
          </a:p>
        </p:txBody>
      </p:sp>
      <p:pic>
        <p:nvPicPr>
          <p:cNvPr id="3" name="Image 0" descr="autoresearch/tasks/dynamics_atlas_hsp90_noe_crosswalk_v1_20260911/outputs/report/figures/native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280160"/>
            <a:ext cx="731520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Same-source reanalysis | fixed project tolerances |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Relative direction and absolute closeness answer different questions</a:t>
            </a:r>
            <a:endParaRPr lang="en-US" sz="2900" dirty="0"/>
          </a:p>
        </p:txBody>
      </p:sp>
      <p:pic>
        <p:nvPicPr>
          <p:cNvPr id="3" name="Image 0" descr="autoresearch/tasks/dynamics_atlas_hsp90_noe_crosswalk_v1_20260911/outputs/report/figures/native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280160"/>
            <a:ext cx="731520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Same-source reanalysis | fixed project tolerances |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Two closed-start traces enter the open-start reference band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Pooled open-start 95th percentile: 1.32 A.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At least 50 consecutive points below that band: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ES04 from 188 ns; ES15 from 690 ns.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This is an empirical band from the same dataset.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Same-source reanalysis | fixed project tolerances |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65D"/>
                </a:solidFill>
              </a:rPr>
              <a:t>The design implication: keep the observable definition visible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Retain the first-round directional counts.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Add absolute agreement and sensitivity before stronger claims.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40 trajectories, 40,040 rows, 3 figures; no new MD or model calls.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344454"/>
                </a:solidFill>
              </a:rPr>
              <a:t>Rules rendering is fixed; second-system agent runs remain blocked.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Same-source reanalysis | fixed project tolerances |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HSP90: directional preference and absolute NOE agreement</dc:title>
  <dc:subject>PptxGenJS Presentation</dc:subject>
  <dc:creator>PptxGenJS</dc:creator>
  <cp:lastModifiedBy>PptxGenJS</cp:lastModifiedBy>
  <cp:revision>1</cp:revision>
  <dcterms:created xsi:type="dcterms:W3CDTF">2026-09-10T03:18:21Z</dcterms:created>
  <dcterms:modified xsi:type="dcterms:W3CDTF">2026-09-10T03:18:21Z</dcterms:modified>
</cp:coreProperties>
</file>