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本报告把科学结果、Agent能力和Rules独立收益分开。文件名沿用v4交付命名，内容截至9月10日。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结构、距离敏感实验与轨迹不测同一个量。项目G1–G4围绕可靠量、跨观测比较、复用流程和Agent辅助。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来源为7月28日及8月24日会议纪要。会议支持最小原型，没有批准覆盖全部方法的自动系统。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33条候选规则是知识档案。规则映射和覆盖测试不能代替科学正确率。12次Q05/T4L运行是开发观察。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NOE是对原子近距离敏感的核磁观测。起始来源不是平衡人口；相对违例更低也不等于绝对违例小。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10/20=5+5。首个合格开放段不等于t=0开放。门槛20和50点下分区为5/4/9/2和7/1/10/2；不是驻留时间分布。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5/4/1离开候选依赖首个持续方向定义。核心覆盖低是判据适配问题，不能推断没有真实变化。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A普通Agent，B额外Rules提示。四次费用0.0757458美元。未引用rule_id是输出设计问题；B1分箱措辞是局部问题。不能报告总体75%正确率。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早先审查快照确有缺交付。e2bfa35后已有简报、读本及deck，当前补完整时间线。文件存在不代表已给合作者发送。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B已完成40040点对照；18/20开放组阳性对照通过。初次读取列假设已在分类前修订。C已测试，D未运行。0.30美元新模型费、2GB下载、15工作日上限。科学推进不再以Rules增益为前提。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Dynamics Atlas: a scientific answer comes first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A real HSP90 result is now auditable.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Rule benefit remains an open research question.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Next: native-observable interpretation and a second system.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| audited development evidence |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The goal: connect evidence to a bounded answer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Different measurements reveal different properties.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Rules preserve conditions; tools produce evidence.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Agents choose analyses and explain what follows.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| audited development evidence |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Two meetings kept the project grounded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July 28: extract science from existing HSP90 data.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August 24: show a minimum prototype using mature methods.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Experts need a concrete result to critique.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| audited development evidence |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The path: data → rules → agent answers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July: HSP90 acquisition and analysis.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August: source-grounded rules and routing prototype.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September: Q05 / T4L development, then four HSP90 answers.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| audited development evidence |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HSP90: what changes after a closed-lid start?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20 closed-seeded and 20 open-seeded trajectories.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1,001 saved points each, spanning 20–1020 ns.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Directional labels combine geometry and NOE preference.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| audited development evidence |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Half show open direction, through two different histories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At the five-point threshold, closed starts split: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5 first qualify as open; 5 go closed → open; 10 stay closed.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Open starts: all 20 remain directionally open.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| audited development evidence |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A correct answer must keep definitions separate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ES15 has 906 open-direction points from 115 ns.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At 50 points, its first qualifying direction is already open.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Strict core labels cover only 3 of 40,040 saved points.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| audited development evidence |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Three answers recover counts; rule value is not established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A1, B1 and B2 recover the main counts; A2 mixes thresholds.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B2 adds a useful 10/20 observation.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Both B answers import RMP terms without established applicability.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| audited development evidence |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The bottleneck: turn work into usable delivery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Reuse verified analysis instead of repeating it.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Every track ends with an answer, evidence and meeting material.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Preserve originals; preregister comparisons; no live answer hints.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| audited development evidence |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New evidence narrows interpretation; one runtime remains blocked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NOE at 1 A: 9 of 10 closed-start open-direction traces remain mostly far from both references.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Rules: scope rendering fixed; behavioral effect untested.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44454"/>
                </a:solidFill>
              </a:rPr>
              <a:t>Second system: candidates found; credentials and admission pending.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| audited development evidence |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Dynamics Atlas: scientific progress</dc:title>
  <dc:subject>PptxGenJS Presentation</dc:subject>
  <dc:creator>Dynamics Atlas</dc:creator>
  <cp:lastModifiedBy>Dynamics Atlas</cp:lastModifiedBy>
  <cp:revision>1</cp:revision>
  <dcterms:created xsi:type="dcterms:W3CDTF">2026-09-10T03:17:18Z</dcterms:created>
  <dcterms:modified xsi:type="dcterms:W3CDTF">2026-09-10T03:17:18Z</dcterms:modified>
</cp:coreProperties>
</file>