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项目目标是理解异质蛋白资料。先介绍科学问题，再讨论规则是否帮助了回答。这里是开发观察，不能给总体正确率。
Claim IDs: H07 H13 H18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异质资料不是简单投票。几何位置、轨迹变化和核磁交换拟合回答不同问题。当前没有把这些量合成一个总分。NOE对原子近距离敏感，CPMG用于研究交换。
Claim IDs: H14 H15 H20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这是公开中文题目的英文摘要。原题还要求检查字段与论文状态定义的关系、实际计算、条件、时间和统计单位。NTD是N端ATP结合结构域，apo为无配体。
Claim IDs: H01 H07 H20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Henot论文结合结构、NOE、CPMG及模拟，研究暂时出现的闭合状态。本题是现成且已暴露案例，适合开发诊断。作者开放稳定、闭合异质的判断来自其原生分析。
Claim IDs: H14 H15 H18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单位是轨迹，保存点存在时间相关性。起始来源不是当前突变身份。论文ff14SB与存档Zenodo AMBER99SB分开保留，名义帧数与实测、派生点数也分开。没有借目录名确定生产参数。
Claim IDs: H01 H16 H20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开发者在运行前整理了字段、元数据和评价依据。模型自己选阅读与计算，收到真实工具返回后可以纠错。科学评价先看全文和来源，之后才看规则对应；这仍是开发者评价而非独立领域评分。
Claim IDs: H07 H18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每点是二十条轨迹中的候选数，5/20/50指保存点门槛。候选参考首个持续方向，并非必然参考起始结构。两组回返候选均零。线只是连接同一组，不代表拟合或置信区间。
Claim IDs: H01 H02 H19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左侧10/20指曾出现至少五点开放段；5/20是后来相对首方向改变。右侧是保存点计数，核心覆盖极低。ES15有906点开放段，但50点门槛的首段已经开放。三个定义不能混成一个转换概率。
Claim IDs: H03 H04 H05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两份规则组及A1主要计数正确。A2没有Python汇总，50点写0实际1，5点首方向写11/9实际15/5。B2补充10/20，B1有分箱措辞问题。原答案全部未修改；费用只是API费用。
Claim IDs: H08 H09 H10 H11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选择器输出七条规则、八项义务，配对被保留，但规则原文可能不适用于本题。R0和染料可及体积是荧光模型条件。未明确适用关系就带入，会增加误导性限制。不能仅靠成功映射判断科学适用性。
Claim IDs: H09 H12 H13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作者约7/9/4是同一分类下的构象类别；本轮5/4/1是三种门槛的方向事件。CPMG少数态3.2%是293K作者模型拟合，不能拿当前轨迹频率代替。没有原生输入就没有完整原生状态复现。
Claim IDs: H02 H14 H15 H20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停留在有限窗口方向变化及规则适用性问题。按预定条件停止自动进入ADK或DHFR；这是开发投入决定。Pro已支持停止动作，过严的评价理由已修正。下一项科学建议先核查原生NOE对应，数据齐备性未确认。未修改冻结规则、未追加同题测试。下一版先明确科学问题与评价，不以保持规则架构为目标。
Claim IDs: H13 H17 H18 H21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HSP90 gives a scientific answer; rule value remains open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252728"/>
            <a:ext cx="11018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scientific reminders improve an autonomous agent’s answer?</a:t>
            </a:r>
            <a:endParaRPr lang="en-US" sz="2500" dirty="0"/>
          </a:p>
          <a:p>
            <a:pPr indent="0" marL="0">
              <a:buNone/>
            </a:pP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exposed question. Four original answers.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finite-time result, plus a concrete applicability problem.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Audited HSP90 v3.4 report; developer verification | H07 H13 H18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2823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545E"/>
                </a:solidFill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data describe different aspects of molecular behavior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252728"/>
            <a:ext cx="11018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references → geometry</a:t>
            </a:r>
            <a:endParaRPr lang="en-US" sz="2500" dirty="0"/>
          </a:p>
          <a:p>
            <a:pPr indent="0" marL="0">
              <a:buNone/>
            </a:pP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readouts → sampled changes over time</a:t>
            </a:r>
            <a:endParaRPr lang="en-US" sz="2500" dirty="0"/>
          </a:p>
          <a:p>
            <a:pPr indent="0" marL="0">
              <a:buNone/>
            </a:pP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NMR measurements → model-dependent experimental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Audited HSP90 v3.4 report; developer verification | H14 H15 H20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2823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545E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ask whether closed-seeded trajectories show opening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252728"/>
            <a:ext cx="11018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apo human HSP90α NTD, do closed-lid starts leave their initial conformation more readily than open-lid starts?</a:t>
            </a:r>
            <a:endParaRPr lang="en-US" sz="2500" dirty="0"/>
          </a:p>
          <a:p>
            <a:pPr indent="0" marL="0">
              <a:buNone/>
            </a:pP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observed changes support that interpretation?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Audited HSP90 v3.4 report; developer verification | H01 H07 H20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2823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545E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Henot et al. connect structure, NMR and finite trajectories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252728"/>
            <a:ext cx="11018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ATP lid can adopt open-like and closed-like structures.</a:t>
            </a:r>
            <a:endParaRPr lang="en-US" sz="2500" dirty="0"/>
          </a:p>
          <a:p>
            <a:pPr indent="0" marL="0">
              <a:buNone/>
            </a:pP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reports stable open starts and heterogeneous closed starts.</a:t>
            </a:r>
            <a:endParaRPr lang="en-US" sz="2500" dirty="0"/>
          </a:p>
          <a:p>
            <a:pPr indent="0" marL="0">
              <a:buNone/>
            </a:pP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directional label is not the paper’s full state definition.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Henot et al., Nat Commun 13:7601 (2022), pp.5–6, Fig.4; doi:10.1038/s41467-022-35399-8 | H14 H15 H18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2823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545E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arms received the same finite trajectory evidence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252728"/>
            <a:ext cx="11018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trajectories per starting group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20–1020 ns; 1,001 saved points per trajectory</a:t>
            </a:r>
            <a:endParaRPr lang="en-US" sz="2500" dirty="0"/>
          </a:p>
          <a:p>
            <a:pPr indent="0" marL="0">
              <a:buNone/>
            </a:pP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geometry, contacts, summaries and paper sources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coordinates and full native NOE inputs were absent.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Audited HSP90 v3.4 report; developer verification | H01 H16 H20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2823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545E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comparison changes reminders, not agent autonomy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252728"/>
            <a:ext cx="11018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common data + tools + autonomous analysis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the same setup + selected rule text</a:t>
            </a:r>
            <a:endParaRPr lang="en-US" sz="2500" dirty="0"/>
          </a:p>
          <a:p>
            <a:pPr indent="0" marL="0">
              <a:buNone/>
            </a:pP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fresh contexts: A1 → B1 → B2 → A2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scientific hints; no deterministic enforcement arm.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Audited HSP90 v3.4 report; developer verification | H07 H18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2823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545E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starts show more directional departure candidates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252728"/>
            <a:ext cx="11018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4652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Audited HSP90 v3.4 report; developer verification | H01 H02 H19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2823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545E"/>
                </a:solidFill>
              </a:rPr>
              <a:t>7</a:t>
            </a:r>
            <a:endParaRPr lang="en-US" sz="1100" dirty="0"/>
          </a:p>
        </p:txBody>
      </p:sp>
      <p:pic>
        <p:nvPicPr>
          <p:cNvPr id="7" name="Image 0" descr="/Users/liuzhenpeng/Desktop/UNC/Soojung-Dynamic data/autoresearch/tasks/dynamics_atlas_hsp90_first_round_v3_20260910/outputs/report/figures/fig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508760"/>
            <a:ext cx="102412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sustained open segment is not the same as a transition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252728"/>
            <a:ext cx="11018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4652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Audited HSP90 v3.4 report; developer verification | H03 H04 H05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2823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545E"/>
                </a:solidFill>
              </a:rPr>
              <a:t>8</a:t>
            </a:r>
            <a:endParaRPr lang="en-US" sz="1100" dirty="0"/>
          </a:p>
        </p:txBody>
      </p:sp>
      <p:pic>
        <p:nvPicPr>
          <p:cNvPr id="7" name="Image 0" descr="/Users/liuzhenpeng/Desktop/UNC/Soojung-Dynamic data/autoresearch/tasks/dynamics_atlas_hsp90_first_round_v3_20260910/outputs/report/figures/fig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10835640" cy="44439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answers recover the counts; one confuses thresholds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252728"/>
            <a:ext cx="11018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4652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Audited HSP90 v3.4 report; developer verification | H08 H09 H10 H11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2823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545E"/>
                </a:solidFill>
              </a:rPr>
              <a:t>9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27080" cy="3611880"/>
        </p:xfrm>
        <a:graphic>
          <a:graphicData uri="http://schemas.openxmlformats.org/drawingml/2006/table">
            <a:tbl>
              <a:tblPr/>
              <a:tblGrid>
                <a:gridCol w="1143000"/>
                <a:gridCol w="4663440"/>
                <a:gridCol w="512064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 behavior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counts + core coverage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Recovered from a failed request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counts + core coverage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Unequal-bin wording; RMP terms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Recomputed runs; added 10/20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numeric core audit; RMP terms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Conditions + some counts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Contradictory threshold counts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7724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3A5F"/>
                </a:solidFill>
              </a:rPr>
              <a:t>Four original outputs; total model cost $0.0757458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rules carried method conditions into the wrong context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252728"/>
            <a:ext cx="11018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provenance and uncertainty checks carried RMP and dye-model requirements.</a:t>
            </a:r>
            <a:endParaRPr lang="en-US" sz="2500" dirty="0"/>
          </a:p>
          <a:p>
            <a:pPr indent="0" marL="0">
              <a:buNone/>
            </a:pP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B answers imported RMP wording.</a:t>
            </a:r>
            <a:endParaRPr lang="en-US" sz="2500" dirty="0"/>
          </a:p>
          <a:p>
            <a:pPr indent="0" marL="0">
              <a:buNone/>
            </a:pP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rule IDs are an output-design issue, not a scientific error.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Audited HSP90 v3.4 report; developer verification | H09 H12 H13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2823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545E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result is compatible with the paper, but not a full replication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252728"/>
            <a:ext cx="11018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4652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Henot et al. (2022), Fig.4f–g and pp.5–6; audited paper crosswalk | H02 H14 H15 H20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2823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545E"/>
                </a:solidFill>
              </a:rPr>
              <a:t>11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27080" cy="3840480"/>
        </p:xfrm>
        <a:graphic>
          <a:graphicData uri="http://schemas.openxmlformats.org/drawingml/2006/table">
            <a:tbl>
              <a:tblPr/>
              <a:tblGrid>
                <a:gridCol w="4023360"/>
                <a:gridCol w="69037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statement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round supports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starts remain stable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opposite sustained-direction candidates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 starts: about 7 / 9 / 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 event definitions; no numeric match claimed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Minor state from CPMG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Author-reported background, not a new MD estimate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Non-ergodic simulation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48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Finite-window, start-conditioned interpretation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result; resolve applicability before expanding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252728"/>
            <a:ext cx="11018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scientific answer is auditable.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incremental rule benefit is not established.</a:t>
            </a:r>
            <a:endParaRPr lang="en-US" sz="2500" dirty="0"/>
          </a:p>
          <a:p>
            <a:pPr indent="0" marL="0">
              <a:buNone/>
            </a:pP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decision: stop automatic expansion.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8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science: compare directional segments with native NOE evidence.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Audited HSP90 v3.4 report; developer verification | H13 H17 H18 H21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2823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545E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Dynamics Atlas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HSP90: scientific answer and rule applicability</dc:title>
  <dc:subject>HSP90 exposed development round</dc:subject>
  <dc:creator>Dynamics Atlas</dc:creator>
  <cp:lastModifiedBy>Dynamics Atlas</cp:lastModifiedBy>
  <cp:revision>1</cp:revision>
  <dcterms:created xsi:type="dcterms:W3CDTF">2026-09-10T02:44:30Z</dcterms:created>
  <dcterms:modified xsi:type="dcterms:W3CDTF">2026-09-10T02:44:30Z</dcterms:modified>
</cp:coreProperties>
</file>