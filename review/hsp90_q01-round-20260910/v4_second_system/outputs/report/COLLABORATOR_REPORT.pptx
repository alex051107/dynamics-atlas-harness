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ADK 和 DHFR 都找到同时涉及实验与模拟的论文候选。当前没有足够证据把任一体系冻结为可运行案例，也没有产生两份 Agent 答复。状态为准入未决与凭证阻塞，不是“两个蛋白都没有合格数据”。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ADK 的结构域随底物结合而运动。2021 年的时间分辨散射论文将模拟产生的构象用于解释散射变化。它适合问“哪些结构变化能解释某一实验差谱”。需要实验数值、轨迹、拓扑和原文既定的前向计算条件。只有开放/闭合 PDB 不能回答完整问题。
原文见 [Tracking the ATP-binding response](https://pmc.ncbi.nlm.nih.gov/articles/PMC8597995/)，轨迹指向 [Zenodo 5583119](https://doi.org/10.5281/zenodo.5583119)。当前没有完成所需文件清单与许可证核对。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 年一项研究比较 TMP 与 4-DTMP 对 E. coli DHFR 的作用，把实验结合性质和模拟相互作用联系起来。作者数据页列出 WT/L28R 的轨迹、拓扑及约1.6GB全包。它可能支持一个局部相互作用与实验差异的有界问题；不能将接触统计自动升级成动力学解释。
[论文](https://pubmed.ncbi.nlm.nih.gov/37491825/)与[作者轨迹](https://zenodo.org/records/7966540)提供了可追查入口。具体两类资料的条件对应尚未逐项完成。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 Zenodo API 请求在本机超时；浏览检索能够读到 DHFR 数据页，但不能替代下载与哈希核对。更直接的运行阻塞是当前 shell 没有 OPENROUTER_API_KEY，指定 macOS 钥匙串服务 openrouter 也未返回凭证。按 v4 不从会话记录恢复密钥。
没有发出模型请求，没有新增模型费用。没有下载科学数据包；失败API请求未产生本地有效元数据文件。网页检索不记成已下载可复现案例。没有以另一个模型或宿主可见上下文替代计划中的隔离运行。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恢复允许来源中的 API 凭证后，先完成数据清单、许可证及必要实验资料的可获取性核查，再选体系。下载后复核构建体和条件，冻结题面、评分与工具设置，最后两次 A-only 运行。旧 ADK 项目结论只放隐藏区，不能泄露给模型。
当前不写 NEITHER_QUALIFIES，因为未决不等于不存在合格数据。也不启动第三体系。预算和原绝对截止不重置。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[ADK盘点](../ADK_DATA_LANDSCAPE.md)、[DHFR盘点](../DHFR_DATA_LANDSCAPE.md)、[凭证检查](../CREDENTIAL_CHECK.json)和[API请求记录](../METADATA_INVENTORY.json)。这是具体缺口报告，尚无第二体系的科学答案、评分或模型可重复性结果。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当前结果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ADK 和 DHFR 都找到同时涉及实验与模拟的论文候选。当前没有足够证据把任一体系冻结为可运行案例，也没有产生两份 Agent 答复。状态为准入未决与凭证阻塞，不是“两个蛋白都没有合格数据”。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ADK 候选的科学问题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ADK 的结构域随底物结合而运动。2021 年的时间分辨散射论文将模拟产生的构象用于解释散射变化。它适合问“哪些结构变化能解释某一实验差谱”。需要实验数值、轨迹、拓扑和原文既定的前向计算条件。只有开放/闭合 PDB 不能回答完整问题。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原文见 Tracking the ATP-binding response，轨迹指向 Zenodo 5583119。当前没有完成所需文件清单与许可证核对。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DHFR 候选的科学问题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 年一项研究比较 TMP 与 4-DTMP 对 E. coli DHFR 的作用，把实验结合性质和模拟相互作用联系起来。作者数据页列出 WT/L28R 的轨迹、拓扑及约1.6GB全包。它可能支持一个局部相互作用与实验差异的有界问题；不能将接触统计自动升级成动力学解释。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论文与作者轨迹提供了可追查入口。具体两类资料的条件对应尚未逐项完成。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阻塞已实际检查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 Zenodo API 请求在本机超时；浏览检索能够读到 DHFR 数据页，但不能替代下载与哈希核对。更直接的运行阻塞是当前 shell 没有 OPENROUTER_API_KEY，指定 macOS 钥匙串服务 openrouter 也未返回凭证。按 v4 不从会话记录恢复密钥。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没有发出模型请求，没有新增模型费用。没有下载科学数据包；失败API请求未产生本地有效元数据文件。网页检索不记成已下载可复现案例。没有以另一个模型或宿主可见上下文替代计划中的隔离运行。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接续所需条件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恢复允许来源中的 API 凭证后，先完成数据清单、许可证及必要实验资料的可获取性核查，再选体系。下载后复核构建体和条件，冻结题面、评分与工具设置，最后两次 A-only 运行。旧 ADK 项目结论只放隐藏区，不能泄露给模型。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当前不写 NEITHER_QUALIFIES，因为未决不等于不存在合格数据。也不启动第三体系。预算和原绝对截止不重置。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交付物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ADK盘点、DHFR盘点、凭证检查和API请求记录。这是具体缺口报告，尚无第二体系的科学答案、评分或模型可重复性结果。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第二个蛋白已找到数据候选，普通 Agent 运行尚未启动</dc:title>
  <dc:subject>PptxGenJS Presentation</dc:subject>
  <dc:creator>Dynamics Atlas</dc:creator>
  <cp:lastModifiedBy>Dynamics Atlas</cp:lastModifiedBy>
  <cp:revision>1</cp:revision>
  <dcterms:created xsi:type="dcterms:W3CDTF">2026-09-10T03:21:07Z</dcterms:created>
  <dcterms:modified xsi:type="dcterms:W3CDTF">2026-09-10T03:21:07Z</dcterms:modified>
</cp:coreProperties>
</file>