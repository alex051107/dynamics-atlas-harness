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TMP</c:v>
                </c:pt>
              </c:strCache>
            </c:strRef>
          </c:tx>
          <c:spPr>
            <a:solidFill>
              <a:srgbClr val="243B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WT r18</c:v>
                  </c:pt>
                  <c:pt idx="1">
                    <c:v>WT r20</c:v>
                  </c:pt>
                  <c:pt idx="2">
                    <c:v>WT r22</c:v>
                  </c:pt>
                  <c:pt idx="3">
                    <c:v>L28R r18</c:v>
                  </c:pt>
                  <c:pt idx="4">
                    <c:v>L28R r20</c:v>
                  </c:pt>
                  <c:pt idx="5">
                    <c:v>L28R r22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7.654130211525253</c:v>
                </c:pt>
                <c:pt idx="1">
                  <c:v>8.6876774370101</c:v>
                </c:pt>
                <c:pt idx="2">
                  <c:v>9.198828342838384</c:v>
                </c:pt>
                <c:pt idx="3">
                  <c:v>9.552535612373736</c:v>
                </c:pt>
                <c:pt idx="4">
                  <c:v>10.435783036464645</c:v>
                </c:pt>
                <c:pt idx="5">
                  <c:v>10.070669915777776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4′-DTMP</c:v>
                </c:pt>
              </c:strCache>
            </c:strRef>
          </c:tx>
          <c:spPr>
            <a:solidFill>
              <a:srgbClr val="2191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WT r18</c:v>
                  </c:pt>
                  <c:pt idx="1">
                    <c:v>WT r20</c:v>
                  </c:pt>
                  <c:pt idx="2">
                    <c:v>WT r22</c:v>
                  </c:pt>
                  <c:pt idx="3">
                    <c:v>L28R r18</c:v>
                  </c:pt>
                  <c:pt idx="4">
                    <c:v>L28R r20</c:v>
                  </c:pt>
                  <c:pt idx="5">
                    <c:v>L28R r22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5.97134187450505</c:v>
                </c:pt>
                <c:pt idx="1">
                  <c:v>4.622056235181818</c:v>
                </c:pt>
                <c:pt idx="2">
                  <c:v>5.050982005969697</c:v>
                </c:pt>
                <c:pt idx="3">
                  <c:v>6.188580434020202</c:v>
                </c:pt>
                <c:pt idx="4">
                  <c:v>4.808909664414142</c:v>
                </c:pt>
                <c:pt idx="5">
                  <c:v>5.058115937989898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4DTMP − TMP</c:v>
                </c:pt>
              </c:strCache>
            </c:strRef>
          </c:tx>
          <c:spPr>
            <a:solidFill>
              <a:srgbClr val="2191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NE_O3P</c:v>
                  </c:pt>
                  <c:pt idx="1">
                    <c:v>NE_O4P</c:v>
                  </c:pt>
                  <c:pt idx="2">
                    <c:v>NE_O5P</c:v>
                  </c:pt>
                  <c:pt idx="3">
                    <c:v>NH1_O3P</c:v>
                  </c:pt>
                  <c:pt idx="4">
                    <c:v>NH1_O4P</c:v>
                  </c:pt>
                  <c:pt idx="5">
                    <c:v>NH1_O5P</c:v>
                  </c:pt>
                  <c:pt idx="6">
                    <c:v>NH2_O3P</c:v>
                  </c:pt>
                  <c:pt idx="7">
                    <c:v>NH2_O4P</c:v>
                  </c:pt>
                  <c:pt idx="8">
                    <c:v>NH2_O5P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0.134511691636364</c:v>
                </c:pt>
                <c:pt idx="1">
                  <c:v>-4.616154073181819</c:v>
                </c:pt>
                <c:pt idx="2">
                  <c:v>-6.1078848644848485</c:v>
                </c:pt>
                <c:pt idx="3">
                  <c:v>0.38670794139393916</c:v>
                </c:pt>
                <c:pt idx="4">
                  <c:v>-4.108450703939393</c:v>
                </c:pt>
                <c:pt idx="5">
                  <c:v>-5.170912027737373</c:v>
                </c:pt>
                <c:pt idx="6">
                  <c:v>-0.7136389884141412</c:v>
                </c:pt>
                <c:pt idx="7">
                  <c:v>-4.981117545161616</c:v>
                </c:pt>
                <c:pt idx="8">
                  <c:v>-6.103542358969697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DHFR是叶酸代谢酶；TMP是甲氧苄啶，4DTMP是衍生抑制剂。WT与L28R分别为野生型及28位亮氨酸替换为精氨酸。区分开发者完成的科学补算与Agent真实执行。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主文Table1、Figures3–4分别提供Ki、实验曲线及原子对距离。三个观测不是同一个量。本文不复现自由能微扰或全蛋白网络。Ki的大小不能直接替代动力学速率。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四PSF与DCD，159蛋白残基，WT残基28LEU，突变ARG；TMP配体残基300，4DTMP303。时间映射从沉积说明推断，DCD头重写。实验His6标签与缓冲液不同于模拟，比较仅限条件特异模式。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灰色为未处理存储坐标，蓝色为最近镜像距离；该图同一条WT-TMP轨迹。最近镜像与VMD pbctools重包装后的距离最大差异1.132e-5Å。开发者在A1启动后才发现，这是建包责任。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每根柱为单条条件轨迹990帧均值，Å；未画跨重复误差。WT M20 8.69→4.62，L28R M20 10.44→4.81。结果来自开发者周期性补算，不是原Agent使用的数据。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L28R R28三个供体到O4P/O5P六项均更近。NE到O3P+0.13Å，NH1到O3P+0.39Å，NH2到O3P-0.71Å。指定原子对限制防止把局部结论扩大。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Table1误差WT±0.5/1.0nM，L28R±7.5/2.9nM。Ki来自论文ref25；图3初始DHF12.5μM，两次实验。没有原始动力学数据或FEP重算，不能声称动力学原因已独立证明。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A1输入106713输出8534tokens，21tools，77.19秒；A2输入75833输出5753tokens，17tools，50.41秒。各只提交一稿，未明确修订。没有Rules，不得作为Rules收益比较。8条逐答复关系各保存真实短引文。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参考：Cetin etal2023 DOI10.1021/acs.jcim.3c00818；Zenodo7966540 CC-BY4.0；作者代码eba9948e57f25cec9eb9bdb50cfdb234fc23fffc；GROMACS2024.4 PBC方法；VMD2.0b1与pbctools。结果不能支持跨体系泛化或独立规则增益。
Detailed reader: outputs/report/DEEP_READER_ZH.md. Developer post-freeze periodic diagnostic; original Agent answers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DHFR：特定尾部接触支持配体选择性，但未证明动力学因果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185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4′-DTMP 与 M20 环及 R28 的部分原子更接近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四条作者沉积轨迹 · 两次普通 Agent 答复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2026-09-10 | 第二体系结果与输入缺口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论文用结构、亲和力和反应进程提出同一个配体问题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185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结构：哪些指定原子对更近？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亲和力：两种抑制剂的 Ki 如何随 L28R 改变？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反应：500 nM 抑制剂下，底物消耗如何变化？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四种条件各有一条沉积轨迹，可做明确的局部比较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185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WT / L28R × TMP / 4′-DTMP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每条 1,001 帧；主窗口帧 11–1000，共 990 帧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约 1.02 GB，作者校验值一致；未运行新模拟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名义 1 μs 来自沉积说明；帧不是独立重复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存储坐标的大距离主要来自周期性包装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4</a:t>
            </a:r>
            <a:endParaRPr lang="en-US" sz="1200" dirty="0"/>
          </a:p>
        </p:txBody>
      </p:sp>
      <p:pic>
        <p:nvPicPr>
          <p:cNvPr id="6" name="Image 0" descr="/Users/liuzhenpeng/Desktop/UNC/Soojung-Dynamic data/autoresearch/tasks/dynamics_atlas_adk_plain_agent_v1_20260910/outputs/report/periodic_diagno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77724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95360" y="15544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先核坐标表示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再解释接触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原始试跑保留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修正不计 Agent 成果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六项指定环区比较均显示 4′-DTMP 更近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5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109728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R28 的变化依赖原子对，不能概括为全部增强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6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34440"/>
          <a:ext cx="109728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实验方向相容，但距离不能给出抑制速率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185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Ki（TMP → 4′-DTMP）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WT：4.2 → 5.1 nM；L28R：65.0 → 34.3 nM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500 nM：WT 两药均抑制；L28R 的 4′-DTMP 更明显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局部距离没有识别唯一因果机制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两次 Agent 完成了计算，却没有发现输入的坐标缺口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185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两份有效答复；4 个 Python 请求全部原样重放一致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模型费用合计 $0.03226009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A1 有比例转述错误；A2 把异常长尾解释为构象变化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原资料缺坐标和盒子，修正由开发者完成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3B64"/>
                </a:solidFill>
              </a:rPr>
              <a:t>下一步应复用正确的资料入口，不扩大 Rules 结论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185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已得到：有来源的 DHFR 局部接触结果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需修好：冻结前的周期性坐标与物理量核对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本轮结束：不补跑修正案例、不进入第三体系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3B64"/>
                </a:solidFill>
              </a:rPr>
              <a:t>来源与复跑：配套读本、下载清单和原始答复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7"/>
                </a:solidFill>
              </a:rPr>
              <a:t>Çetin et al., JCIM 2023 • DOI 10.1021/acs.jcim.3c00818 • Zenodo 7966540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787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DHFR local contacts and Agent input limits</dc:title>
  <dc:subject>DHFR source-grounded local-contact analysis</dc:subject>
  <dc:creator>Dynamics Atlas</dc:creator>
  <cp:lastModifiedBy>Dynamics Atlas</cp:lastModifiedBy>
  <cp:revision>1</cp:revision>
  <dcterms:created xsi:type="dcterms:W3CDTF">2026-09-10T09:57:24Z</dcterms:created>
  <dcterms:modified xsi:type="dcterms:W3CDTF">2026-09-10T09:57:24Z</dcterms:modified>
</cp:coreProperties>
</file>