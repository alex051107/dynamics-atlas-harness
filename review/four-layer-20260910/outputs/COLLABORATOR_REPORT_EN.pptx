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Closed-start candidates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Sheet1!$A$2:$A$4</c:f>
              <c:strCache>
                <c:ptCount val="3"/>
                <c:pt idx="0">
                  <c:v>Relative only</c:v>
                </c:pt>
                <c:pt idx="1">
                  <c:v>Partial</c:v>
                </c:pt>
                <c:pt idx="2">
                  <c:v>Consistent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Open-start controls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Sheet1!$A$2:$A$4</c:f>
              <c:strCache>
                <c:ptCount val="3"/>
                <c:pt idx="0">
                  <c:v>Relative only</c:v>
                </c:pt>
                <c:pt idx="1">
                  <c:v>Partial</c:v>
                </c:pt>
                <c:pt idx="2">
                  <c:v>Consistent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18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Trajectories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2.0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TMP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WT</c:v>
                </c:pt>
                <c:pt idx="1">
                  <c:v>L28R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8.687677</c:v>
                </c:pt>
                <c:pt idx="1">
                  <c:v>10.435783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4′-DTMP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WT</c:v>
                </c:pt>
                <c:pt idx="1">
                  <c:v>L28R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4.622056</c:v>
                </c:pt>
                <c:pt idx="1">
                  <c:v>4.80891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Mean M20–O3P distance / Å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NMP–CORE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Open start</c:v>
                </c:pt>
                <c:pt idx="1">
                  <c:v>Closed start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0.0707211184</c:v>
                </c:pt>
                <c:pt idx="1">
                  <c:v>1.0908948441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LID–CORE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Open start</c:v>
                </c:pt>
                <c:pt idx="1">
                  <c:v>Closed start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2.2904106995</c:v>
                </c:pt>
                <c:pt idx="1">
                  <c:v>1.1764212186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Last minus first window / Å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card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Defect detected</c:v>
                </c:pt>
                <c:pt idx="1">
                  <c:v>Answer downgraded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Card available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Defect detected</c:v>
                </c:pt>
                <c:pt idx="1">
                  <c:v>Answer downgraded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Runs out of four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0.5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feedback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Sheet1!$A$2:$A$4</c:f>
              <c:strCache>
                <c:ptCount val="3"/>
                <c:pt idx="0">
                  <c:v>HSP90</c:v>
                </c:pt>
                <c:pt idx="1">
                  <c:v>DHFR</c:v>
                </c:pt>
                <c:pt idx="2">
                  <c:v>ADK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 feedback round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Sheet1!$A$2:$A$4</c:f>
              <c:strCache>
                <c:ptCount val="3"/>
                <c:pt idx="0">
                  <c:v>HSP90</c:v>
                </c:pt>
                <c:pt idx="1">
                  <c:v>DHFR</c:v>
                </c:pt>
                <c:pt idx="2">
                  <c:v>ADK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Median core errors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0.5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Protocol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Q05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rules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Q05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2.0</c:v>
                </c:pt>
                <c:pt idx="1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Method cards</c:v>
                </c:pt>
              </c:strCache>
            </c:strRef>
          </c:tx>
          <c:spPr>
            <a:solidFill>
              <a:srgbClr val="20394E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Q05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2.5</c:v>
                </c:pt>
                <c:pt idx="1">
                  <c:v>4.5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Median correct units / 5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1.0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ADK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Explicit subquestions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ADK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3.0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Median coverage / 3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0.5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Mixed case-dependent Rules results. No stable incremental benefit from the current selector or conclusion checker. Preserve scientific results separately from Agent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72 controlled outputs plus two plain-Agent ADK outputs. Most cases exposed; one new ADK source. Scorer also curated the cases. Label masking was not independent expert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33 rules are a source-linked archive. Q05 showed developer-selected analysis. HSP90 is cross-source; DHFR and ADK mainly characterize MD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closed-start bars cover only ten trajectories classified in the open direction. Five were already so initially; five later. Ten of the twenty never were. At 1 Å native-reference tolerance, nine are relative only, one partial, zero consistent. Full open-start control has twenty trajectories.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trajectory per condition, 990 frames. The original two Agent answers missed wrapped-coordinate defects. Corrected values were developer-computed; VMD agreement approximately 0.00001 Å. Local distances do not establish hydrogen bonds or a unique inhibition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Project-defined domain distances on a complete molecule. Specified atom-pair cross-checks versus GROMACS differed by about 0.005 Å. Windows span 44.8 ns for open-start and 33.2 ns for closed-start. Apo trajectories do not reproduce the ATP photorelease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6/6 planted defects detected against trusted references; 0/3 alarms on identical clean/reference pairs. Four card runs listed but never read the card. This is an availability failure, not evidence of reading and ignoring.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ADK met the group improvement criterion; its difference already existed in initial answers. No feedback run reduced its initial core-error count. None of nine warnings identified a core scientific error. Evidence-role branch was not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HSP90 received a BME reweighting card despite requiring native NOE comparison without new fitting. Q05 full rules performed better. Scoped cards failed non-inferiority across both cases. Frozen inapplicable-term metric was zero for all groups; extra BME analysis was exploratory.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rose in both cases without additional overclaims. HSP90 total core errors rose from one to two despite zero medians. Intervention added explicit requirements, not a length-matched paraphrase or autonomous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HSP90: Henot et al. doi10.1038/s41467-022-35399-8. DHFR: Cetin et al. PMC10428214. ADK: Orädd et al. doi10.1126/sciadv.abi5514 and Zenodo5583119. Q05 references in the method-card source analysis. No independent domain scoring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new experiments are proposed as completed work. Retain the short protocol and source-linked archive. Physical admission should operate upstream. Any repair needs a new version and new questions; preserve these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Which assistance actually improves scientific answers?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Dynamics Atlas · 10 September 2026 · 74 completed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Keep questions, a short protocol, mature methods and traceable evidence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Explicit subquestions improved coverage in both cases.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Method cards and one-round feedback missed their continuation criteria.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A warning file did not deliver its information to the Agent.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The comparison starts from prepared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Frozen inputs, runtime receipts, sealed scores and settled cost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Four interventions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Admission-card availability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One round of checker feedback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Retrieved method guidance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Explicit subquestions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Same model and tools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Luna · medium reasoning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4 fresh runs per condition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74 completed outputs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$1.2029 settled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The project moved from rule coverage to scientific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Project report and strategy review, 8 September; frozen runs, 9–10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Arial"/>
              </a:defRPr>
            </a:pPr>
            <a:r>
              <a:t>33 candidate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6002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Document assumptions and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Arial"/>
              </a:defRPr>
            </a:pPr>
            <a:r>
              <a:t>Q05 and the research 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60604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Separate developer workflow from Agent 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Arial"/>
              </a:defRPr>
            </a:pPr>
            <a:r>
              <a:t>HSP90, DHFR and ADK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6118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Compute results and expose representation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Arial"/>
              </a:defRPr>
            </a:pPr>
            <a:r>
              <a:t>Four-layer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6177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Decide which components merit further investment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HSP90: open direction is not open-reference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Henot et al. (2022), doi:10.1038/s41467-022-35399-8; native NOE crosswalk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10 = 5 initially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       + 5 later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Direction and absolute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reference agreement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answer different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DHFR: corrected local distances show a proximity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Cetin et al. (2023), PMC10428214, Fig. 4; corrected table and VMD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Closer in both variants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One trajectory per condition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Original Agents missed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the defective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ADK: no joint closure in the endpoint-window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Orädd et al. (2021), doi:10.1126/sciadv.abi5514; Zenodo 5583119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All four changes positive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Distributions overlap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Large intramolecular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distances can be valid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beyond half a box length.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Admission-card availability did not deliver the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E1a checker audit; E1b sealed scores and card-access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4/4 listed the card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0/4 read its contents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Enforce physical admission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during data preparation.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One feedback round did not establish useful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E2 initial/final submissions, blinded scores and nine warning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1/3 met group criterion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Required: at least 2/3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Three revisions lost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answerable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Method-family retrieval did not ensure applicability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E3 frozen card retrieval and sealed scores; 4 runs per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Mixed across cases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Keep the Q05 benefit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in the interpretation.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Retrieval is not applicability.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Explicit subquestions increased supported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E4 frozen question variants, shared scoring key and sealed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2/2 met coverage criterion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More complete answers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are not uniformly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Arial"/>
              </a:defRPr>
            </a:pPr>
            <a:r>
              <a:t>more accurate answers.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The main result is traceable, but the pilot is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Full report, source map, original answers and sealed scores in PR #27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Preserved: frozen inputs, raw answers, tools, costs and sealed scores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Four runs per question and condition; one new source group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Scorer also curated cases; independent domain review remains open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Human correction time was not measured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Arial"/>
              </a:defRPr>
            </a:pPr>
            <a:r>
              <a:t>Scientific calculations and Agent contributions are reported separately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Keep the scientific workflow; simplify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Arial"/>
              </a:defRPr>
            </a:pPr>
            <a:r>
              <a:t>English report and evidence package: github.com/alex051107/dynamics-atlas-harness/pull/27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Arial"/>
              </a:defRPr>
            </a:pPr>
            <a:r>
              <a:t>No stable Rules increment was established in this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Keep explicit questions, the short protocol and mature tools.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Put physical admission upstream of analysis.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Pause selector and generic checker expansion.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Arial"/>
              </a:defRPr>
            </a:pPr>
            <a:r>
              <a:t>Test any revised component on new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